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078992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5240" dist="7620" dir="2700000">
              <a:srgbClr val="7F8E9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19088" y="1078992"/>
            <a:ext cx="4828032" cy="4526280"/>
          </a:xfrm>
          <a:prstGeom prst="roundRect">
            <a:avLst>
              <a:gd name="adj" fmla="val 2020"/>
            </a:avLst>
          </a:prstGeom>
          <a:solidFill>
            <a:srgbClr val="19324A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5240" dist="7620" dir="2700000">
              <a:srgbClr val="7F8E9E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33856" y="1335024"/>
            <a:ext cx="192024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דו"ח התקדמות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3856" y="1856232"/>
            <a:ext cx="461772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Anything V2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33856" y="2596896"/>
            <a:ext cx="4617720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 מצב נכון ל־12.04.2026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3856" y="2999232"/>
            <a:ext cx="4526280" cy="843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 בשלב הזה היא להראות מה באמת בוצע עד עכשיו: הקמת הסביבה, הכנת הדאטה, מצב ה־benchmarks והחסמים לפני שלב הוולידציה.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3856" y="4645152"/>
            <a:ext cx="45262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3856" y="5120640"/>
            <a:ext cx="4526280" cy="68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400" dirty="0"/>
          </a:p>
          <a:p>
            <a:pPr rtl="1"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48272" y="1426464"/>
            <a:ext cx="41148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תמונת מצב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48272" y="2066544"/>
            <a:ext cx="3154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סביבת עבודה והפעלה ראשונית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85832" y="2066544"/>
            <a:ext cx="50292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48272" y="2414016"/>
            <a:ext cx="3840480" cy="109728"/>
          </a:xfrm>
          <a:prstGeom prst="roundRect">
            <a:avLst>
              <a:gd name="adj" fmla="val 33333"/>
            </a:avLst>
          </a:prstGeom>
          <a:solidFill>
            <a:srgbClr val="EEF3F7"/>
          </a:solidFill>
          <a:ln w="1270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48272" y="2414016"/>
            <a:ext cx="3840480" cy="109728"/>
          </a:xfrm>
          <a:prstGeom prst="roundRect">
            <a:avLst>
              <a:gd name="adj" fmla="val 33333"/>
            </a:avLst>
          </a:prstGeom>
          <a:solidFill>
            <a:srgbClr val="0F7B6C"/>
          </a:solidFill>
          <a:ln w="12700">
            <a:solidFill>
              <a:srgbClr val="0F7B6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926080"/>
            <a:ext cx="3154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רכישת דאטה ו־preprocessing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85832" y="2926080"/>
            <a:ext cx="50292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48272" y="3273552"/>
            <a:ext cx="3840480" cy="109728"/>
          </a:xfrm>
          <a:prstGeom prst="roundRect">
            <a:avLst>
              <a:gd name="adj" fmla="val 33333"/>
            </a:avLst>
          </a:prstGeom>
          <a:solidFill>
            <a:srgbClr val="EEF3F7"/>
          </a:solidFill>
          <a:ln w="1270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8272" y="3273552"/>
            <a:ext cx="2765146" cy="109728"/>
          </a:xfrm>
          <a:prstGeom prst="roundRect">
            <a:avLst>
              <a:gd name="adj" fmla="val 33333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785616"/>
            <a:ext cx="315468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מוכנות לוולידציה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85832" y="3785616"/>
            <a:ext cx="50292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48272" y="4133088"/>
            <a:ext cx="3840480" cy="109728"/>
          </a:xfrm>
          <a:prstGeom prst="roundRect">
            <a:avLst>
              <a:gd name="adj" fmla="val 33333"/>
            </a:avLst>
          </a:prstGeom>
          <a:solidFill>
            <a:srgbClr val="EEF3F7"/>
          </a:solidFill>
          <a:ln w="12700">
            <a:solidFill>
              <a:srgbClr val="EEF3F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48272" y="4133088"/>
            <a:ext cx="1728216" cy="109728"/>
          </a:xfrm>
          <a:prstGeom prst="roundRect">
            <a:avLst>
              <a:gd name="adj" fmla="val 33333"/>
            </a:avLst>
          </a:prstGeom>
          <a:solidFill>
            <a:srgbClr val="3963D3"/>
          </a:solidFill>
          <a:ln w="12700">
            <a:solidFill>
              <a:srgbClr val="3963D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4773168"/>
            <a:ext cx="3822192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8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הסביבה עובדת, DA-2K מוכן, ושני benchmarks נוספים כבר ירדו למכונה.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" y="6291072"/>
            <a:ext cx="105613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6373368"/>
            <a:ext cx="10561320" cy="40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SLT_2026 | דו"ח התקדמות מבוסס על העבודה שבוצעה בפועל במאגר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502920"/>
            <a:ext cx="106527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כבר הושלם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1060704"/>
            <a:ext cx="1065276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החלקים שבהם אפשר כבר להצביע על תוצאה עובדת ולא רק על תכנון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164592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5240" dist="7620" dir="2700000">
              <a:srgbClr val="7F8E9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773936"/>
            <a:ext cx="182880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שבוצעה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2103120"/>
            <a:ext cx="6080760" cy="157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סודר מבנה פרויקט נקי עם תיקיית data ייעודית למודלים, דאטה, פלטים וסקריפטים.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חובר המאגר למימוש הרשמי של Depth Anything V2 ונקבע commit קבוע לשחזור יציב.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הוקמה סביבת Python מקומית והותקנו התלויות הנדרשות.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 checkpoint קטן והרצנו sanity check מלא על תמונות הדוגמה של הפרויקט.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נוצרו 20 פלטים תחת data/outputs/sanity_check, ולכן הוכחנו שהקוד עובד מקומית.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הורדנו את DA-2K, חילצנו את הדאטה, ואימתנו את מבנה ההערות.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נבנו manifest וסטטיסטיקות, וטופלה גם אי־התאמה אחת בשם קובץ בתוך הדאטה.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99248" y="1645920"/>
            <a:ext cx="35478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5240" dist="7620" dir="2700000">
              <a:srgbClr val="7F8E9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0" y="1773936"/>
            <a:ext cx="128016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96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73568" y="2084832"/>
            <a:ext cx="13258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396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09560" y="2834640"/>
            <a:ext cx="146304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ב־DA-2K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64624" y="2084832"/>
            <a:ext cx="13258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473184" y="2834640"/>
            <a:ext cx="150876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זוגות השוואה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99248" y="374904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5240" dist="7620" dir="2700000">
              <a:srgbClr val="7F8E9E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0" y="3877056"/>
            <a:ext cx="128016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משמעות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55280" y="4261104"/>
            <a:ext cx="3017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הגענו לנקודה שבה שלב ההקמה כבר סגור, והמאמץ המרכזי עובר מהקמת סביבה להכנת benchmarks ולוולידציה.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" y="6291072"/>
            <a:ext cx="105613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6373368"/>
            <a:ext cx="10561320" cy="40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השלב: setup מלא + sanity check תקין + DA-2K מוכן להמשך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502920"/>
            <a:ext cx="106527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ה־benchmarks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1060704"/>
            <a:ext cx="1065276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כבר מוכן, מה הורד מקומית, ומה עדיין ממתין לפני הוולידציה המלאה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1645920"/>
            <a:ext cx="10405872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5240" dist="7620" dir="2700000">
              <a:srgbClr val="7F8E9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2416" y="1810512"/>
            <a:ext cx="196596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63824" y="1810512"/>
            <a:ext cx="137160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36592" y="1810512"/>
            <a:ext cx="224028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בוצע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78040" y="1810512"/>
            <a:ext cx="370332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הערות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87552" y="2139696"/>
            <a:ext cx="9985248" cy="658368"/>
          </a:xfrm>
          <a:prstGeom prst="rect">
            <a:avLst/>
          </a:prstGeom>
          <a:solidFill>
            <a:srgbClr val="FAFCFE"/>
          </a:solidFill>
          <a:ln w="12700">
            <a:solidFill>
              <a:srgbClr val="FAFCF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340864"/>
            <a:ext cx="192024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DA-2K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73552" y="2340864"/>
            <a:ext cx="987552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מוכן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736592" y="2249424"/>
            <a:ext cx="2240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הורדה, חילוץ ו־preprocessing מלא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178040" y="2249424"/>
            <a:ext cx="3703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1033 תמונות ו־2068 זוגות. זהו היעד הראשון להרצה.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87552" y="2834640"/>
            <a:ext cx="9985248" cy="658368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035808"/>
            <a:ext cx="192024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KITTI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73552" y="3035808"/>
            <a:ext cx="987552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736592" y="2944368"/>
            <a:ext cx="2240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הקובץ נשמר מקומית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7178040" y="2944368"/>
            <a:ext cx="3703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עדיין נדרש extraction והכנת pipeline להערכה.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87552" y="3529584"/>
            <a:ext cx="9985248" cy="658368"/>
          </a:xfrm>
          <a:prstGeom prst="rect">
            <a:avLst/>
          </a:prstGeom>
          <a:solidFill>
            <a:srgbClr val="FAFCFE"/>
          </a:solidFill>
          <a:ln w="12700">
            <a:solidFill>
              <a:srgbClr val="FAFCF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3730752"/>
            <a:ext cx="192024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NYU-Depth-v2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73552" y="3730752"/>
            <a:ext cx="987552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736592" y="3639312"/>
            <a:ext cx="2240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MAT נשמר מקומית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178040" y="3639312"/>
            <a:ext cx="3703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הדאטה קיים אך טרם עבר preprocessing.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987552" y="4224528"/>
            <a:ext cx="9985248" cy="658368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4425696"/>
            <a:ext cx="192024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73552" y="4425696"/>
            <a:ext cx="987552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B94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חסום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736592" y="4334256"/>
            <a:ext cx="2240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הורדה נעצרה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7178040" y="4334256"/>
            <a:ext cx="3703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כרגע מספיק מקום פנוי בדיסק להשלמת התהליך.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987552" y="4919472"/>
            <a:ext cx="9985248" cy="658368"/>
          </a:xfrm>
          <a:prstGeom prst="rect">
            <a:avLst/>
          </a:prstGeom>
          <a:solidFill>
            <a:srgbClr val="FAFCFE"/>
          </a:solidFill>
          <a:ln w="12700">
            <a:solidFill>
              <a:srgbClr val="FAFCF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120640"/>
            <a:ext cx="192024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ETH3D / DIODE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73552" y="5120640"/>
            <a:ext cx="987552" cy="42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396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ממתין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4736592" y="5029200"/>
            <a:ext cx="224028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הסקריפט כבר מוכן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7178040" y="5029200"/>
            <a:ext cx="37033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ההורדה תתבצע אחרי פינוי מקום פנוי.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04672" y="6291072"/>
            <a:ext cx="105613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6373368"/>
            <a:ext cx="10561320" cy="40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 מעשי: benchmark אחד מוכן, שניים כבר זמינים מקומית, והשאר ממתינים רק לתנאי דיסק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502920"/>
            <a:ext cx="1065276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חסמים והצעד הבא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1060704"/>
            <a:ext cx="10652760" cy="43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מעכב אותנו כרגע, ומה צריך לעשות כדי לעבור להרצת benchmark ראשון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1645920"/>
            <a:ext cx="49377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5240" dist="7620" dir="2700000">
              <a:srgbClr val="7F8E9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773936"/>
            <a:ext cx="182880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94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החסם המרכזי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8992" y="2103120"/>
            <a:ext cx="4462272" cy="157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במהלך העבודה נשארו בערך 4.1GiB פנויים בלבד על הדיסק.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הורדות גדולות כמו Sintel, ETH3D ו־DIODE אינן בטוחות בתנאי האחסון הנוכחיים.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ההחלטה הייתה לעצור מוקדם כדי לא לייצר קבצים חלקיים ומצב שקשה לשחזר.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שיפרנו את סקריפט ההורדה כך שהוא בודק מקום פנוי מראש ונכשל מוקדם עם הודעה ברורה.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53328" y="1645920"/>
            <a:ext cx="5193792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5240" dist="7620" dir="2700000">
              <a:srgbClr val="7F8E9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91072" y="1773936"/>
            <a:ext cx="1920240" cy="42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הפעולות הבאות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91072" y="2103120"/>
            <a:ext cx="4590288" cy="1048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לפנות מקום בדיסק ולהשלים את ההורדה של Sintel, ETH3D ו־DIODE.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לבצע extraction ו־preprocessing גם עבור KITTI ו־NYU-Depth-v2.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לממש או לאמת את metrics כך שהתוצאות יהיו ברות השוואה למאמר.</a:t>
            </a:r>
            <a:pPr indent="0" marL="0">
              <a:buNone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0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להריץ benchmark ראשון על DA-2K ולהפיק טבלת תוצאות ראשונה.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1072" y="4992624"/>
            <a:ext cx="4572000" cy="583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19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 לשקופית ההתקדמות הבאה: תוצאה ראשונה של benchmark עם metric מחושב והשוואה לערכי המאמר.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04672" y="6291072"/>
            <a:ext cx="10561320" cy="0"/>
          </a:xfrm>
          <a:prstGeom prst="line">
            <a:avLst/>
          </a:prstGeom>
          <a:noFill/>
          <a:ln w="12700">
            <a:solidFill>
              <a:srgbClr val="E6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6373368"/>
            <a:ext cx="10561320" cy="40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69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מכאן עוברים מעבודת הכנה טכנית לעבודה ניסויית שאפשר למדוד ולהציג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SLT_2026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דו"ח התקדמות - Depth Anything V2</dc:title>
  <dc:subject>Depth Anything V2 progress report</dc:subject>
  <dc:creator/>
  <cp:lastModifiedBy/>
  <cp:revision>1</cp:revision>
  <dcterms:created xsi:type="dcterms:W3CDTF">2026-04-12T16:34:38Z</dcterms:created>
  <dcterms:modified xsi:type="dcterms:W3CDTF">2026-04-12T16:34:38Z</dcterms:modified>
</cp:coreProperties>
</file>